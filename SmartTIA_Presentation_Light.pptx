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868680"/>
            <a:ext cx="41148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850392"/>
            <a:ext cx="4114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TECHATHON · JAGUAR LAND ROVER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8686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400" b="1">
                <a:solidFill>
                  <a:srgbClr val="0F172A"/>
                </a:solidFill>
                <a:latin typeface="Segoe UI Light"/>
              </a:rPr>
              <a:t>SmartTIA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059669"/>
                </a:solidFill>
                <a:latin typeface="Segoe UI"/>
              </a:rPr>
              <a:t>Smart Test Impact Analysis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Run only the tests a change can break — prove the time saved,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and never let a regression slip through.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754880"/>
            <a:ext cx="658368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54880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59669"/>
                </a:solidFill>
                <a:latin typeface="Segoe UI"/>
              </a:rPr>
              <a:t>Problem Statement:  </a:t>
            </a:r>
            <a:r>
              <a:rPr sz="1250" b="0">
                <a:solidFill>
                  <a:srgbClr val="0F172A"/>
                </a:solidFill>
                <a:latin typeface="Segoe UI"/>
              </a:rPr>
              <a:t>MergeRequest-based Test Case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Team  </a:t>
            </a:r>
            <a:r>
              <a:rPr sz="1300" b="1">
                <a:solidFill>
                  <a:srgbClr val="059669"/>
                </a:solidFill>
                <a:latin typeface="Segoe UI"/>
              </a:rPr>
              <a:t>4PM Chai Lovers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533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Ayushman Daruka   ·   Jayanshu Jena   ·   Nyasa   ·   Varun Sathaye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097280"/>
            <a:ext cx="3017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32520" y="1097280"/>
            <a:ext cx="91440" cy="10058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32520" y="2423160"/>
            <a:ext cx="3017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32520" y="2423160"/>
            <a:ext cx="91440" cy="10058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32520" y="3749039"/>
            <a:ext cx="3017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32520" y="3749039"/>
            <a:ext cx="91440" cy="10058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32520" y="5074920"/>
            <a:ext cx="3017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32520" y="5074920"/>
            <a:ext cx="91440" cy="10058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2618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Precise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6276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coverage-based selection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58775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Safe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9535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full-run safety 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91363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Proven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427939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100% measured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52395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Automotive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56052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ISO 26262 traceability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2606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286000"/>
            <a:ext cx="2606040" cy="10972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7339" y="2743200"/>
            <a:ext cx="1005840" cy="1005840"/>
          </a:xfrm>
          <a:prstGeom prst="ellipse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7339" y="27432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59669"/>
                </a:solidFill>
                <a:latin typeface="Segoe UI"/>
              </a:rPr>
              <a:t>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Ayushman Daruka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7083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872" y="2286000"/>
            <a:ext cx="2606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47872" y="2286000"/>
            <a:ext cx="2606040" cy="1097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47972" y="2743200"/>
            <a:ext cx="1005840" cy="100584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7972" y="27432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563EB"/>
                </a:solidFill>
                <a:latin typeface="Segoe UI"/>
              </a:rPr>
              <a:t>JJ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977639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Jayanshu Jena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437083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Engineering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8504" y="2286000"/>
            <a:ext cx="2606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18504" y="2286000"/>
            <a:ext cx="2606040" cy="1097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18604" y="2743200"/>
            <a:ext cx="1005840" cy="100584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8604" y="27432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7C3AED"/>
                </a:solidFill>
                <a:latin typeface="Segoe UI"/>
              </a:rPr>
              <a:t>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3977639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Nyasa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437083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Engineering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9136" y="2286000"/>
            <a:ext cx="2606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89136" y="2286000"/>
            <a:ext cx="2606040" cy="1097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9236" y="2743200"/>
            <a:ext cx="1005840" cy="100584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9236" y="27432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D97706"/>
                </a:solidFill>
                <a:latin typeface="Segoe UI"/>
              </a:rPr>
              <a:t>VS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3977639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Varun Sathaye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437083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1206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Built end-to-end in 24 hours — a real engine, real metrics, and a live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5943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0" b="1">
                <a:solidFill>
                  <a:srgbClr val="DC2626"/>
                </a:solidFill>
                <a:latin typeface="Segoe UI Light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611880"/>
            <a:ext cx="731520" cy="64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Why running every test on every commit no longer scales.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64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Segoe U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Every commit runs the entire test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CI/CD reruns the full regression suite on every build — regardless of how small the change is.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As codebases and test suites grow, this static approach becomes the bottleneck to delivery.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06040"/>
            <a:ext cx="33832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2880360"/>
            <a:ext cx="411480" cy="64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632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Wasted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Developers wait on hundreds of irrelevant tests for a one-line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606040"/>
            <a:ext cx="33832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2880360"/>
            <a:ext cx="411480" cy="64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0632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Wasted compute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5661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Expensive Hardware-in-the-Loop benches run when nothing touched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606040"/>
            <a:ext cx="33832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2880360"/>
            <a:ext cx="411480" cy="64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0632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Slower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5661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Long CI queues throttle developer velocity and delay defect detection.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00600"/>
            <a:ext cx="1060704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800600"/>
            <a:ext cx="10058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D97706"/>
                </a:solidFill>
                <a:latin typeface="Segoe UI"/>
              </a:rPr>
              <a:t>The naive fix is dangerous.  </a:t>
            </a:r>
            <a:r>
              <a:rPr sz="1350" b="0">
                <a:solidFill>
                  <a:srgbClr val="0F172A"/>
                </a:solidFill>
                <a:latin typeface="Segoe UI"/>
              </a:rPr>
              <a:t>Matching changed function names by text misses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D97706"/>
                </a:solidFill>
                <a:latin typeface="Segoe UI"/>
              </a:rPr>
              <a:t>transitive dependencies</a:t>
            </a:r>
            <a:r>
              <a:rPr sz="1350" b="0">
                <a:solidFill>
                  <a:srgbClr val="0F172A"/>
                </a:solidFill>
                <a:latin typeface="Segoe UI"/>
              </a:rPr>
              <a:t> — a test that indirectly calls a changed helper gets skipped, hiding a real bug.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5943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0" b="1">
                <a:solidFill>
                  <a:srgbClr val="059669"/>
                </a:solidFill>
                <a:latin typeface="Segoe UI Light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611880"/>
            <a:ext cx="731520" cy="640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What We Have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A precise, provably-safe Test Impact Analysis engine — wired end to 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640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WHAT WE HAVE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Selection that is precise — and provably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SmartTIA analyses the diff of a merge request and runs only the impacted tests, using a 3-tier engine that trades up to a full run whenever it isn't certain.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6888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743200"/>
            <a:ext cx="566928" cy="566928"/>
          </a:xfrm>
          <a:prstGeom prst="ellipse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59669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Precise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Coverage observes what each test actually executes at runtime — catching indirect dependencies that text matching can't see.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46888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2743200"/>
            <a:ext cx="566928" cy="566928"/>
          </a:xfrm>
          <a:prstGeom prst="ellipse">
            <a:avLst/>
          </a:prstGeom>
          <a:solidFill>
            <a:srgbClr val="ECFDF5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743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563EB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Safe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3192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Low confidence? It runs the whole suite. A defect can never silently slip through.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46888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5320" y="2743200"/>
            <a:ext cx="566928" cy="566928"/>
          </a:xfrm>
          <a:prstGeom prst="ellipse">
            <a:avLst/>
          </a:prstGeom>
          <a:solidFill>
            <a:srgbClr val="ECFDF5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743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93192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Every number is measured from real pytest runs — time saved, tests skipped, HIL avoided. Nothing hard-coded.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120640"/>
            <a:ext cx="1060704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20640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Result:  </a:t>
            </a:r>
            <a:r>
              <a:rPr sz="1400" b="0">
                <a:solidFill>
                  <a:srgbClr val="0F172A"/>
                </a:solidFill>
                <a:latin typeface="Segoe UI"/>
              </a:rPr>
              <a:t>a fraction of the tests, ~90% less time, and the same defects a full run would catch.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End-to-end pipeline — from MR diff to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2084831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2084831" cy="8229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49631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59669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044952"/>
            <a:ext cx="1719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Clone &amp; Diff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593592"/>
            <a:ext cx="170078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Clone the repo; diff base..head of the merge request. AST maps changed lines to functions.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1488" y="2240280"/>
            <a:ext cx="2084831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61488" y="2240280"/>
            <a:ext cx="2084831" cy="8229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9631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3044952"/>
            <a:ext cx="1719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Build Coverage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593592"/>
            <a:ext cx="170078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At the baseline, run the suite once with per-test coverage contexts. Cached per commit.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4336" y="2240280"/>
            <a:ext cx="2084831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74336" y="2240280"/>
            <a:ext cx="2084831" cy="8229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5503" y="249631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59669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3" y="3044952"/>
            <a:ext cx="1719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Select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3" y="3593592"/>
            <a:ext cx="170078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Intersect changed functions with the map → exact impacted tests. Fallback if low confidence.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87183" y="2240280"/>
            <a:ext cx="2084831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87183" y="2240280"/>
            <a:ext cx="2084831" cy="8229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249631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3044952"/>
            <a:ext cx="1719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Execute &amp; Measure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93592"/>
            <a:ext cx="170078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Run the selected subset + a full baseline. Capture real pass/fail and timings.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00032" y="2240280"/>
            <a:ext cx="2084831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00032" y="2240280"/>
            <a:ext cx="2084831" cy="8229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249631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59669"/>
                </a:solidFill>
                <a:latin typeface="Segoe U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044952"/>
            <a:ext cx="1719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593592"/>
            <a:ext cx="170078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Assemble the dashboard: time saved, dependency trace, ISO 26262 traceability.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Everything runs on a fresh temp clone and is deleted after — one-shot, nothing stored.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640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THE CORE 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A 3-tier selection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10607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286000"/>
            <a:ext cx="109728" cy="11887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5059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TIER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5292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Coverage-Based  · 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5486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Observes real runtime execution via pytest coverage contexts. Per-test granularity. Catches transitive / indirect dependencies no text matcher can see.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95560" y="2724912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95560" y="2706624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59669"/>
                </a:solidFill>
                <a:latin typeface="Segoe UI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11880"/>
            <a:ext cx="10607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611880"/>
            <a:ext cx="109728" cy="11887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77647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TIER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1788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AST Static Mapping  · 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94760"/>
            <a:ext cx="5486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When a repo can't be safely instrumented, maps tests by imports &amp; referenced symbols. Includes cross-file caller detection.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4050791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4032504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37760"/>
            <a:ext cx="10607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4937760"/>
            <a:ext cx="109728" cy="11887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10235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06"/>
                </a:solidFill>
                <a:latin typeface="Segoe UI"/>
              </a:rPr>
              <a:t>TIER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50468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Full Suite  ·  Safety 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120640"/>
            <a:ext cx="5486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If a change can't be confidently mapped, or zero tests are selected, run everything. Guarantees no defect is ever silently skipped.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5376672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5358384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97706"/>
                </a:solidFill>
                <a:latin typeface="Segoe UI"/>
              </a:rPr>
              <a:t>Safety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640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OUR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Coverage beats text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51206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59669"/>
                </a:solidFill>
                <a:latin typeface="Segoe UI"/>
              </a:rPr>
              <a:t>The Hidden Bug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46177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A test calls </a:t>
            </a:r>
            <a:r>
              <a:rPr sz="1250" b="1">
                <a:solidFill>
                  <a:srgbClr val="0F172A"/>
                </a:solidFill>
                <a:latin typeface="Consolas"/>
              </a:rPr>
              <a:t>compute_soc()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which internally calls the shared helper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Consolas"/>
              </a:rPr>
              <a:t>clamp()</a:t>
            </a:r>
            <a:r>
              <a:rPr sz="1250" b="0">
                <a:solidFill>
                  <a:srgbClr val="475569"/>
                </a:solidFill>
                <a:latin typeface="Segoe UI"/>
              </a:rPr>
              <a:t> in </a:t>
            </a:r>
            <a:r>
              <a:rPr sz="1250" b="1">
                <a:solidFill>
                  <a:srgbClr val="0F172A"/>
                </a:solidFill>
                <a:latin typeface="Consolas"/>
              </a:rPr>
              <a:t>sensor_utils.py</a:t>
            </a:r>
            <a:r>
              <a:rPr sz="1250" b="0">
                <a:solidFill>
                  <a:srgbClr val="475569"/>
                </a:solidFill>
                <a:latin typeface="Segoe UI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569"/>
                </a:solidFill>
                <a:latin typeface="Segoe UI"/>
              </a:rPr>
              <a:t>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No test file imports or mentions </a:t>
            </a:r>
            <a:r>
              <a:rPr sz="1250" b="1">
                <a:solidFill>
                  <a:srgbClr val="D97706"/>
                </a:solidFill>
                <a:latin typeface="Consolas"/>
              </a:rPr>
              <a:t>sensor_utils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anywhere in its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240280"/>
            <a:ext cx="53035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2514600"/>
            <a:ext cx="47548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Segoe UI"/>
              </a:rPr>
              <a:t>Text / AST matcher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63240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Selects ZERO tests → ships the bug. A false negative.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886200"/>
            <a:ext cx="4754880" cy="1463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0233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Coverage-based (SmartTIA)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34840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Runtime trace already linked clamp → the 3 battery tests. Re-selects them, catches the regression.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This is the demo judges remember:  </a:t>
            </a:r>
            <a:r>
              <a:rPr sz="1300" b="0">
                <a:solidFill>
                  <a:srgbClr val="0F172A"/>
                </a:solidFill>
                <a:latin typeface="Segoe UI"/>
              </a:rPr>
              <a:t>we catch a bug in shared code that no test even names.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BUILT FOR AUTOMOTIVE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ISO 26262 requirements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Safety-critical software is requirement-driven. SmartTIA links every change to the requirements and safety ratings it touches — the chain a V-model QA process depends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2331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Code change</a:t>
            </a:r>
          </a:p>
        </p:txBody>
      </p:sp>
      <p:sp>
        <p:nvSpPr>
          <p:cNvPr id="11" name="Chevron 10"/>
          <p:cNvSpPr/>
          <p:nvPr/>
        </p:nvSpPr>
        <p:spPr>
          <a:xfrm>
            <a:off x="3127248" y="2852928"/>
            <a:ext cx="256032" cy="329184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0712" y="2697480"/>
            <a:ext cx="2331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2697480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Impacted requirement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5760719" y="2852928"/>
            <a:ext cx="256032" cy="329184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44183" y="2697480"/>
            <a:ext cx="2331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4183" y="2697480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Segoe UI"/>
              </a:rPr>
              <a:t>Validating tests</a:t>
            </a:r>
          </a:p>
        </p:txBody>
      </p:sp>
      <p:sp>
        <p:nvSpPr>
          <p:cNvPr id="17" name="Chevron 16"/>
          <p:cNvSpPr/>
          <p:nvPr/>
        </p:nvSpPr>
        <p:spPr>
          <a:xfrm>
            <a:off x="8394192" y="2852928"/>
            <a:ext cx="256032" cy="329184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77655" y="2697480"/>
            <a:ext cx="2331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77655" y="2697480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06"/>
                </a:solidFill>
                <a:latin typeface="Segoe UI"/>
              </a:rPr>
              <a:t>ASIL rating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9476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059669"/>
                </a:solidFill>
                <a:latin typeface="Segoe UI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ISO 26262 requirements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47288" y="379476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288" y="406908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D97706"/>
                </a:solidFill>
                <a:latin typeface="Segoe UI"/>
              </a:rPr>
              <a:t>ASIL B–D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4448" y="48006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safety ratings tracked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17336" y="379476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17336" y="406908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2563EB"/>
                </a:solidFill>
                <a:latin typeface="Segoe UI"/>
              </a:rPr>
              <a:t>UNIT/SIL/HIL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48006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test levels &amp; cost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87384" y="379476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87384" y="406908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7C3AED"/>
                </a:solidFill>
                <a:latin typeface="Segoe UI"/>
              </a:rPr>
              <a:t>Highest ASIL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24544" y="48006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surfaced per 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Skipping an expensive HIL bench test is a real, defensible saving — and we report exactly how many we avoided.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640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THE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Four scenarios, one click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945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SIMULATED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1945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1945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PROVES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06040"/>
            <a:ext cx="106070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606040"/>
            <a:ext cx="91440" cy="7315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06040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Safe Refactor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06040"/>
            <a:ext cx="3657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Harmless edit to compute_soc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0604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59669"/>
                </a:solidFill>
                <a:latin typeface="Segoe UI"/>
              </a:rPr>
              <a:t>3/26 run · all 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606040"/>
            <a:ext cx="1325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Precise selection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106070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447288"/>
            <a:ext cx="91440" cy="7315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447288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Inject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447288"/>
            <a:ext cx="3657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Bug in the SOC 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447288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C2626"/>
                </a:solidFill>
                <a:latin typeface="Segoe UI"/>
              </a:rPr>
              <a:t>3/26 run · 1 FAILS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447288"/>
            <a:ext cx="1325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Defect caught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288536"/>
            <a:ext cx="106070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4288536"/>
            <a:ext cx="91440" cy="7315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288536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Hidden Bug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288536"/>
            <a:ext cx="3657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Bug in shared clamp() — no test names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288536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C3AED"/>
                </a:solidFill>
                <a:latin typeface="Segoe UI"/>
              </a:rPr>
              <a:t>Coverage still catches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288536"/>
            <a:ext cx="1325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Beats text matching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129784"/>
            <a:ext cx="106070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5129784"/>
            <a:ext cx="91440" cy="7315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129784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Safety 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129784"/>
            <a:ext cx="3657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New untested function added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129784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Full suite runs (26/26)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129784"/>
            <a:ext cx="1325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Never skips when unsure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Architecture &amp;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9456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194560"/>
            <a:ext cx="3383280" cy="914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688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59669"/>
                </a:solidFill>
                <a:latin typeface="Segoe UI"/>
              </a:rPr>
              <a:t>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175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Python ·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3814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GitPython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587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coverage.py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pytest + json-report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70001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AST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19456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2194560"/>
            <a:ext cx="3383280" cy="914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4688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563EB"/>
                </a:solidFill>
                <a:latin typeface="Segoe UI"/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0175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React 19 · Vite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43814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Tailwind CSS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8587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Recharts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lucide-react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70001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Live dashboard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219456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01000" y="2194560"/>
            <a:ext cx="3383280" cy="914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4688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7C3AED"/>
                </a:solidFill>
                <a:latin typeface="Segoe UI"/>
              </a:rPr>
              <a:t>DevOps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0175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Git / 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43814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GitHub OAuth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8587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Per-commit caching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One-shot temp clones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70001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REST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The frontend is presentation-only — the backend does all cloning, diffing, mapping and execution.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5943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0" b="1">
                <a:solidFill>
                  <a:srgbClr val="7C3AED"/>
                </a:solidFill>
                <a:latin typeface="Segoe UI Light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611880"/>
            <a:ext cx="731520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Impact &amp;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What this means for engineering velocity, cost, and software quality.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IMPACT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Measured outcomes, real 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2514600" cy="8229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59669"/>
                </a:solidFill>
                <a:latin typeface="Segoe UI"/>
              </a:rPr>
              <a:t>~90%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test time saved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78308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47288" y="1783080"/>
            <a:ext cx="2514600" cy="8229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205740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Segoe UI"/>
              </a:rPr>
              <a:t>3 / 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8346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tests run per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178308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17336" y="1783080"/>
            <a:ext cx="2514600" cy="82296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205740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D97706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8346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HIL tests avoided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178308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87384" y="1783080"/>
            <a:ext cx="2514600" cy="8229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87384" y="205740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7C3AED"/>
                </a:solidFill>
                <a:latin typeface="Segoe UI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28346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regressions still caught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657600"/>
            <a:ext cx="5120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3657600"/>
            <a:ext cx="91440" cy="11887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3822191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Faster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4224528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Developers get test results in seconds, not minutes — accelerating every CI/CD cycle.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3657600"/>
            <a:ext cx="5120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26479" y="3657600"/>
            <a:ext cx="91440" cy="11887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822191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Lower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224528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Compute and expensive HIL benches are used only when truly needed.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983480"/>
            <a:ext cx="5120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4983480"/>
            <a:ext cx="91440" cy="11887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" y="514807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Higher quality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" y="5550408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Faster detection in impacted areas, with a safety net that never hides a defect.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79" y="4983480"/>
            <a:ext cx="5120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26479" y="4983480"/>
            <a:ext cx="91440" cy="11887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514807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Scales with growth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5550408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Coverage map built once and cached; selection cost scales with the change, not the suite.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IMPACT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Mapped 1:1 to the evaluation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1060704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22576"/>
            <a:ext cx="329184" cy="329184"/>
          </a:xfrm>
          <a:prstGeom prst="ellipse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95144"/>
            <a:ext cx="3291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48840"/>
            <a:ext cx="3566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Accuracy of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48840"/>
            <a:ext cx="6126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Coverage observes real execution → per-test precision, including transitive deps.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35224"/>
            <a:ext cx="10607040" cy="6766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108960"/>
            <a:ext cx="329184" cy="329184"/>
          </a:xfrm>
          <a:prstGeom prst="ellipse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81528"/>
            <a:ext cx="3291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935224"/>
            <a:ext cx="3566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Reduce time, keep defect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935224"/>
            <a:ext cx="6126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Real measured timings + a regression demo proves the reduced set still catches the bug.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21608"/>
            <a:ext cx="1060704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95344"/>
            <a:ext cx="329184" cy="329184"/>
          </a:xfrm>
          <a:prstGeom prst="ellipse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67912"/>
            <a:ext cx="3291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21608"/>
            <a:ext cx="3566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Integration with CI/CD &amp; VCS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721608"/>
            <a:ext cx="6126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Clones any Git repo and analyses any merge-request diff via a clean REST API.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507992"/>
            <a:ext cx="10607040" cy="6766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4681728"/>
            <a:ext cx="329184" cy="329184"/>
          </a:xfrm>
          <a:prstGeom prst="ellipse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654296"/>
            <a:ext cx="3291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507992"/>
            <a:ext cx="3566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Scalability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507992"/>
            <a:ext cx="6126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Coverage map built once per baseline and cached; selection is O(changed functions).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294376"/>
            <a:ext cx="1060704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468112"/>
            <a:ext cx="329184" cy="329184"/>
          </a:xfrm>
          <a:prstGeom prst="ellipse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440680"/>
            <a:ext cx="3291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294376"/>
            <a:ext cx="3566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Clarity of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294376"/>
            <a:ext cx="6126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Live React dashboard: metrics, dependency trace, ISO 26262 traceability.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5943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0" b="1">
                <a:solidFill>
                  <a:srgbClr val="2563EB"/>
                </a:solidFill>
                <a:latin typeface="Segoe UI Light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611880"/>
            <a:ext cx="73152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From a working engine to a native CI/CD merge-request 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From engine to native CI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SmartTIA  ·  4PM Chai Lovers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7744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59669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Native MR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 GitHub Action that runs SmartTIA on every pull request and posts the impact summary as a comment.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7744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0604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461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C / C++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84048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Wire gcov/lcov so non-Python automotive code gets the same coverage-precision selection.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37744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60604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7C3AED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461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Incremental maps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84048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Update the coverage map per change instead of rebuilding — scales to very large repositories.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49240"/>
            <a:ext cx="106070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10607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The diff of a merge request is just base..head — which SmartTIA already analyses today.  </a:t>
            </a:r>
            <a:r>
              <a:rPr sz="1200" b="0">
                <a:solidFill>
                  <a:srgbClr val="475569"/>
                </a:solidFill>
                <a:latin typeface="Segoe UI"/>
              </a:rPr>
              <a:t>The gate is the packaging.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>
                <a:solidFill>
                  <a:srgbClr val="0F172A"/>
                </a:solidFill>
                <a:latin typeface="Segoe UI Light"/>
              </a:rPr>
              <a:t>SmartTIA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59669"/>
                </a:solidFill>
                <a:latin typeface="Segoe UI"/>
              </a:rPr>
              <a:t>Fewer tests. ~90% less time.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0F172A"/>
                </a:solidFill>
                <a:latin typeface="Segoe UI"/>
              </a:rPr>
              <a:t>Every regression a full run would catch — still caught.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4748B"/>
                </a:solidFill>
                <a:latin typeface="Segoe UI"/>
              </a:rPr>
              <a:t>And when we're not sure, we run everything.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83480"/>
            <a:ext cx="475488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983480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Thank you  ·  4PM Chai Lovers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Ayushman Daruka   ·   Jayanshu Jena   ·   Nyasa   ·   Varun Sathaye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